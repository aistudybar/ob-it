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 Robert" userId="5529f6dbd33587da" providerId="LiveId" clId="{83FD02CC-1808-40CF-BDCE-42CBD8261E11}"/>
    <pc:docChg chg="modSld">
      <pc:chgData name="Han Robert" userId="5529f6dbd33587da" providerId="LiveId" clId="{83FD02CC-1808-40CF-BDCE-42CBD8261E11}" dt="2024-10-14T04:12:46.441" v="31" actId="1076"/>
      <pc:docMkLst>
        <pc:docMk/>
      </pc:docMkLst>
      <pc:sldChg chg="modSp mod">
        <pc:chgData name="Han Robert" userId="5529f6dbd33587da" providerId="LiveId" clId="{83FD02CC-1808-40CF-BDCE-42CBD8261E11}" dt="2024-10-14T04:12:46.441" v="31" actId="1076"/>
        <pc:sldMkLst>
          <pc:docMk/>
          <pc:sldMk cId="528806922" sldId="256"/>
        </pc:sldMkLst>
        <pc:spChg chg="mod">
          <ac:chgData name="Han Robert" userId="5529f6dbd33587da" providerId="LiveId" clId="{83FD02CC-1808-40CF-BDCE-42CBD8261E11}" dt="2024-10-14T04:12:46.441" v="31" actId="1076"/>
          <ac:spMkLst>
            <pc:docMk/>
            <pc:sldMk cId="528806922" sldId="256"/>
            <ac:spMk id="15" creationId="{58419FC7-94FB-44E9-8CA2-493B4FFB24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50DF1-3991-47D3-953C-9B447DD82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3AD89A-9AE3-4691-A2FE-8F98FED24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8C08C-471C-4DFE-873F-79146622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97E3C4-26AF-462C-9F4E-F66AB5DC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DB525-7F34-4B55-A75D-B76BB4D7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1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53958-0163-4B5B-9E7A-F3C805F3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01EFC9-B6EC-4986-8ECA-5B9B6B7B6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342327-C25A-47DF-B619-F5B12C6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320ACE-7DEC-4331-B5A8-8F450791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766EBC-D34E-4D1E-8C90-FB176766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61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E6267-0490-4D58-8182-F353EA018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631A4B-C139-4A0A-BCC1-815ECEEDA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36902F-8AF4-423C-B837-A79B96198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E31695-644A-4A02-9C92-2739322E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249252-4C2D-4DAD-AED1-A11623E6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70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499B1-7648-45DA-8C59-BD21DDD3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08B90E-AEF7-480B-AF35-7CBFE7CB6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588ED9-15C7-4CA4-B9FF-0798664EF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DDCF9B-1020-4339-8B6C-A9DBD3E7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A4AF2-BC16-4430-8083-9A7B7B88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615B62-E776-432B-ADF5-3986CFF4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290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6F775-C67F-4BBB-A6DA-F09120B8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4A659C-A655-4050-9553-9BEEB78B0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2B07B8-AE73-4678-9EB8-3AD77ABF2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55686E-1C5D-4A63-BC4C-6C58193D9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7A227F-3BCF-4CD4-BBEE-CD6A4428C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010887-1E85-4709-9055-1ED98A63A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1B4CBE-E703-47EE-9649-77F0D8AC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DA51CB-7740-4E57-AEAE-71E2099E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52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7897E-AD8D-447A-8E43-F4846D23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EE5E33-1510-4F30-9E60-759765905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EC823A-3ACC-41B0-8051-9B5239C9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C5A702-289E-4070-8E72-D2AE257D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61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82AE9B-2524-4456-A98F-8C8EA862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390E55-15C0-4027-A789-D34E94DA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5ECFEC-432F-419F-982F-FF59B19F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19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29AE9-AD7B-42BB-9E13-BC149E0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79E2D-E067-4849-859E-6577652FC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AE02FA-3375-40D1-859A-D8E1512D3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EA5079-9352-47E3-95A3-55683112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9BA40C-39CC-442C-87F5-AE80D3B1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59D2E8-1D2A-4C2B-A2C3-EA27F064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14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3A60B-4950-4218-A88C-63E12666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4FCBDD-9970-4270-92F3-C4F6B9DCF0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1F5F5B-703C-45B8-BAF1-83101D61C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6516F4-E5E2-4B74-B33B-B17A6609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13E8A0-08F3-475B-9D23-410C6495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E3223F-1D2B-4BAD-8863-4D6902C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17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49B8D-A14F-46B3-894A-77FE9441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8CD812-F3A8-4181-8583-016884E2D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E7D18-C14F-42B7-AC26-42292171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428536-EBEA-46D9-B43C-50AA52FC7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0CDF0-D08C-4264-BCA2-1402F992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791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875E26-EA4C-46E3-9DF7-CDAAB8F6E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05421E-6862-4570-9CE1-CDDA98728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328BA6-97BA-4ED8-A1D5-1B72743C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6248E2-F96D-4E76-98D3-2F560023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5DD597-5159-4B9C-90ED-BA97A530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93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9F46E6-3307-4362-B677-76CCF3AA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1FCDE-6C6E-4608-A637-905FD721C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272BF-43C8-4214-8C99-EBA841690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B719B-468D-4AAB-ADEE-18A5C8BE619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49C29F-95E5-4493-9128-1AD3B6A8A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56793C-8595-4D50-9569-56528EAFC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F422D-BA9F-4476-8A6C-862619E93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453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73.170.35.83:8443/Main_WOL_Content.asp" TargetMode="External"/><Relationship Id="rId2" Type="http://schemas.openxmlformats.org/officeDocument/2006/relationships/hyperlink" Target="https://73.170.35.83:8443/Main_Login.asp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F7745B0-D12B-4C42-95D6-8D1B89304468}"/>
              </a:ext>
            </a:extLst>
          </p:cNvPr>
          <p:cNvSpPr txBox="1"/>
          <p:nvPr/>
        </p:nvSpPr>
        <p:spPr>
          <a:xfrm>
            <a:off x="4765939" y="1250183"/>
            <a:ext cx="171339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Cable Modem</a:t>
            </a:r>
          </a:p>
          <a:p>
            <a:pPr algn="ctr"/>
            <a:r>
              <a:rPr lang="zh-CN" alt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Comcast Small Business</a:t>
            </a:r>
            <a:r>
              <a:rPr lang="zh-CN" alt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E7FA49-AD98-4A49-BC5F-A9D30891C391}"/>
              </a:ext>
            </a:extLst>
          </p:cNvPr>
          <p:cNvSpPr txBox="1"/>
          <p:nvPr/>
        </p:nvSpPr>
        <p:spPr>
          <a:xfrm>
            <a:off x="2025590" y="4483777"/>
            <a:ext cx="17133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/>
              <a:t>Synology </a:t>
            </a:r>
            <a:r>
              <a:rPr lang="en-US" altLang="zh-CN" dirty="0"/>
              <a:t>NAS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C3E5AA-8EE4-4F00-870D-FD4DBA8DCCED}"/>
              </a:ext>
            </a:extLst>
          </p:cNvPr>
          <p:cNvSpPr txBox="1"/>
          <p:nvPr/>
        </p:nvSpPr>
        <p:spPr>
          <a:xfrm>
            <a:off x="4765939" y="2900588"/>
            <a:ext cx="17133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路由器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3AA9A4-7C5C-4D05-AB1B-216337918CDD}"/>
              </a:ext>
            </a:extLst>
          </p:cNvPr>
          <p:cNvSpPr txBox="1"/>
          <p:nvPr/>
        </p:nvSpPr>
        <p:spPr>
          <a:xfrm>
            <a:off x="6772292" y="4463314"/>
            <a:ext cx="17133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BADF63-DBA5-4DDF-839E-1E11DB25EF49}"/>
              </a:ext>
            </a:extLst>
          </p:cNvPr>
          <p:cNvSpPr txBox="1"/>
          <p:nvPr/>
        </p:nvSpPr>
        <p:spPr>
          <a:xfrm>
            <a:off x="6772292" y="1250183"/>
            <a:ext cx="2871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动态</a:t>
            </a:r>
            <a:r>
              <a:rPr lang="en-US" altLang="zh-CN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（目前为</a:t>
            </a:r>
            <a:r>
              <a:rPr lang="en-US" altLang="zh-CN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73.170.35.83</a:t>
            </a:r>
            <a:r>
              <a:rPr lang="zh-CN" altLang="en-US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，重启后自动变化）</a:t>
            </a:r>
            <a:endParaRPr lang="en-US" altLang="zh-CN" sz="1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网速：上行</a:t>
            </a:r>
            <a:r>
              <a:rPr lang="en-US" altLang="zh-CN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10Mbps</a:t>
            </a:r>
            <a:r>
              <a:rPr lang="zh-CN" altLang="en-US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、下行</a:t>
            </a:r>
            <a:r>
              <a:rPr lang="en-US" altLang="zh-CN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30Mbps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4CA82E-D4C5-44A5-8280-EBB51D0637D0}"/>
              </a:ext>
            </a:extLst>
          </p:cNvPr>
          <p:cNvSpPr txBox="1"/>
          <p:nvPr/>
        </p:nvSpPr>
        <p:spPr>
          <a:xfrm>
            <a:off x="6772292" y="2923713"/>
            <a:ext cx="34579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admin / 1Qxxx2</a:t>
            </a:r>
          </a:p>
          <a:p>
            <a:r>
              <a:rPr lang="zh-CN" altLang="en-US" sz="1000" dirty="0"/>
              <a:t>访客用</a:t>
            </a:r>
            <a:r>
              <a:rPr lang="en-US" altLang="zh-CN" sz="1000" dirty="0" err="1"/>
              <a:t>Wifi</a:t>
            </a:r>
            <a:r>
              <a:rPr lang="zh-CN" altLang="en-US" sz="1000" dirty="0"/>
              <a:t>（</a:t>
            </a:r>
            <a:r>
              <a:rPr lang="en-US" altLang="zh-CN" sz="1000" dirty="0"/>
              <a:t>2.4G</a:t>
            </a:r>
            <a:r>
              <a:rPr lang="zh-CN" altLang="en-US" sz="1000" dirty="0"/>
              <a:t>）</a:t>
            </a:r>
            <a:r>
              <a:rPr lang="en-US" altLang="zh-CN" sz="1000" dirty="0"/>
              <a:t>: MSC666666: 1qaz2wsx</a:t>
            </a:r>
          </a:p>
          <a:p>
            <a:r>
              <a:rPr lang="zh-CN" altLang="en-US" sz="1000" dirty="0"/>
              <a:t>内部用高速</a:t>
            </a:r>
            <a:r>
              <a:rPr lang="en-US" altLang="zh-CN" sz="1000" dirty="0" err="1"/>
              <a:t>Wifi</a:t>
            </a:r>
            <a:r>
              <a:rPr lang="zh-CN" altLang="en-US" sz="1000" dirty="0"/>
              <a:t>（</a:t>
            </a:r>
            <a:r>
              <a:rPr lang="en-US" altLang="zh-CN" sz="1000" dirty="0"/>
              <a:t>5G</a:t>
            </a:r>
            <a:r>
              <a:rPr lang="zh-CN" altLang="en-US" sz="1000" dirty="0"/>
              <a:t>）：</a:t>
            </a:r>
            <a:r>
              <a:rPr lang="en-US" altLang="zh-CN" sz="1000" dirty="0"/>
              <a:t>MSC666666_5G: 1Qxxx2</a:t>
            </a:r>
            <a:endParaRPr lang="zh-CN" altLang="en-US" sz="1000" dirty="0"/>
          </a:p>
          <a:p>
            <a:r>
              <a:rPr lang="zh-CN" altLang="en-US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远程访问：</a:t>
            </a:r>
            <a:r>
              <a:rPr lang="en-US" altLang="zh-CN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  <a:hlinkClick r:id="rId2"/>
              </a:rPr>
              <a:t>https://73.170.35.83:8443/Main_Login.asp</a:t>
            </a:r>
            <a:endParaRPr lang="en-US" altLang="zh-CN" sz="1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远程唤醒：</a:t>
            </a:r>
            <a:r>
              <a:rPr lang="en-US" altLang="zh-CN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  <a:hlinkClick r:id="rId3"/>
              </a:rPr>
              <a:t>https://73.170.35.83:8443/Main_WOL_Content.asp</a:t>
            </a:r>
            <a:endParaRPr lang="en-US" altLang="zh-CN" sz="1000" b="1" dirty="0">
              <a:solidFill>
                <a:srgbClr val="2F5496"/>
              </a:solidFill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000" b="1" dirty="0">
              <a:solidFill>
                <a:srgbClr val="2F5496"/>
              </a:solidFill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1E81A2-F9EB-413C-BE71-74C7E33794F3}"/>
              </a:ext>
            </a:extLst>
          </p:cNvPr>
          <p:cNvSpPr txBox="1"/>
          <p:nvPr/>
        </p:nvSpPr>
        <p:spPr>
          <a:xfrm>
            <a:off x="8696600" y="4370981"/>
            <a:ext cx="28039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admin / 1Qxxx2</a:t>
            </a:r>
          </a:p>
          <a:p>
            <a:r>
              <a:rPr lang="zh-CN" altLang="en-US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网卡</a:t>
            </a:r>
            <a:r>
              <a:rPr lang="en-US" altLang="zh-CN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MAC</a:t>
            </a:r>
            <a:r>
              <a:rPr lang="zh-CN" altLang="en-US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70:85:C2:3F:70:34</a:t>
            </a:r>
          </a:p>
          <a:p>
            <a:r>
              <a:rPr lang="zh-CN" altLang="en-US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远程访问（</a:t>
            </a:r>
            <a:r>
              <a:rPr lang="en-US" altLang="zh-CN" sz="1000" b="1" dirty="0" err="1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RustDesk</a:t>
            </a:r>
            <a:r>
              <a:rPr lang="zh-CN" altLang="en-US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）：</a:t>
            </a:r>
            <a:r>
              <a:rPr lang="en-US" altLang="zh-CN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1 422 102 756 / 1Qxxx2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419FC7-94FB-44E9-8CA2-493B4FFB24B8}"/>
              </a:ext>
            </a:extLst>
          </p:cNvPr>
          <p:cNvSpPr txBox="1"/>
          <p:nvPr/>
        </p:nvSpPr>
        <p:spPr>
          <a:xfrm>
            <a:off x="3949898" y="4463314"/>
            <a:ext cx="41040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http://73.170.35.83:5000</a:t>
            </a:r>
            <a:r>
              <a:rPr lang="en-US" altLang="zh-CN" sz="1000" dirty="0"/>
              <a:t> /</a:t>
            </a:r>
            <a:r>
              <a:rPr lang="zh-CN" altLang="en-US" sz="1000" dirty="0"/>
              <a:t> </a:t>
            </a:r>
            <a:r>
              <a:rPr lang="en-US" altLang="zh-CN" sz="1000" dirty="0"/>
              <a:t>owner / 1Qxxx2</a:t>
            </a:r>
          </a:p>
          <a:p>
            <a:r>
              <a:rPr lang="en-US" altLang="zh-CN" sz="1000" dirty="0"/>
              <a:t>MariaDB: root / A_wxxx4</a:t>
            </a:r>
          </a:p>
          <a:p>
            <a:r>
              <a:rPr lang="en-US" altLang="zh-CN" sz="1000" dirty="0"/>
              <a:t>WordPress</a:t>
            </a:r>
            <a:r>
              <a:rPr lang="zh-CN" altLang="en-US" sz="1000" dirty="0"/>
              <a:t>安装：</a:t>
            </a:r>
            <a:r>
              <a:rPr lang="en-US" altLang="zh-CN" sz="1000" dirty="0"/>
              <a:t>http://73.170.35.83/wordpress/wp-admin/install.php</a:t>
            </a:r>
            <a:endParaRPr lang="zh-CN" altLang="en-US" sz="1000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719CAC3-5795-4A57-B103-050BA0E9D387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5622634" y="2173513"/>
            <a:ext cx="0" cy="727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83AD535-A29A-42E8-BC60-C91CC8BD34E8}"/>
              </a:ext>
            </a:extLst>
          </p:cNvPr>
          <p:cNvCxnSpPr>
            <a:stCxn id="7" idx="2"/>
            <a:endCxn id="6" idx="0"/>
          </p:cNvCxnSpPr>
          <p:nvPr/>
        </p:nvCxnSpPr>
        <p:spPr>
          <a:xfrm flipH="1">
            <a:off x="2882285" y="3269920"/>
            <a:ext cx="2740349" cy="1213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CA23647-9990-44B1-81B4-99562826C716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622634" y="3269920"/>
            <a:ext cx="2006353" cy="119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806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131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mov chs</dc:creator>
  <cp:lastModifiedBy>mov chs</cp:lastModifiedBy>
  <cp:revision>4</cp:revision>
  <dcterms:created xsi:type="dcterms:W3CDTF">2024-10-14T03:39:55Z</dcterms:created>
  <dcterms:modified xsi:type="dcterms:W3CDTF">2024-10-14T04:13:00Z</dcterms:modified>
</cp:coreProperties>
</file>